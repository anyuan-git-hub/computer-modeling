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9" r:id="rId1"/>
  </p:sldMasterIdLst>
  <p:notesMasterIdLst>
    <p:notesMasterId r:id="rId3"/>
  </p:notesMasterIdLst>
  <p:sldIdLst>
    <p:sldId id="339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FFCCFF"/>
    <a:srgbClr val="FFFF00"/>
    <a:srgbClr val="99FFCC"/>
    <a:srgbClr val="FFFF66"/>
    <a:srgbClr val="FF99FF"/>
    <a:srgbClr val="FFCC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 autoAdjust="0"/>
    <p:restoredTop sz="94618" autoAdjust="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58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5662D-04B4-4219-93F9-82B4D7B30E34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284C8-4EB0-4177-8BB9-7071BA2BF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76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12824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4358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2055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3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378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90731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4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445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785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4840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994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11" descr="K1.jp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图片 12" descr="K2.jp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图片 13" descr="K3.jpg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078138" y="420097"/>
            <a:ext cx="6268036" cy="646331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 dirty="0">
                <a:latin typeface="+mj-lt"/>
                <a:ea typeface="隶书" panose="02010509060101010101" pitchFamily="49" charset="-122"/>
              </a:rPr>
              <a:t>	</a:t>
            </a:r>
            <a:r>
              <a:rPr lang="zh-CN" altLang="en-US" sz="3600" b="1" dirty="0">
                <a:latin typeface="+mj-lt"/>
                <a:ea typeface="隶书" panose="02010509060101010101" pitchFamily="49" charset="-122"/>
              </a:rPr>
              <a:t>统计模型</a:t>
            </a:r>
            <a:r>
              <a:rPr lang="en-US" altLang="zh-CN" sz="3600" b="1" dirty="0">
                <a:latin typeface="+mj-lt"/>
                <a:ea typeface="隶书" panose="02010509060101010101" pitchFamily="49" charset="-122"/>
              </a:rPr>
              <a:t>---</a:t>
            </a:r>
            <a:r>
              <a:rPr lang="zh-CN" altLang="en-US" sz="3600" b="1" dirty="0">
                <a:latin typeface="+mj-lt"/>
                <a:ea typeface="隶书" panose="02010509060101010101" pitchFamily="49" charset="-122"/>
              </a:rPr>
              <a:t>蠓虫分类问题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27394"/>
              </p:ext>
            </p:extLst>
          </p:nvPr>
        </p:nvGraphicFramePr>
        <p:xfrm>
          <a:off x="1073645" y="3579832"/>
          <a:ext cx="7674819" cy="3017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8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6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96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3838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rgbClr val="002060"/>
                          </a:solidFill>
                          <a:effectLst/>
                        </a:rPr>
                        <a:t>Apf</a:t>
                      </a:r>
                      <a:r>
                        <a:rPr lang="en-US" sz="1800" b="1" kern="100" dirty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zh-CN" sz="1800" b="1" kern="100" dirty="0">
                          <a:solidFill>
                            <a:srgbClr val="002060"/>
                          </a:solidFill>
                          <a:effectLst/>
                        </a:rPr>
                        <a:t>蠓虫</a:t>
                      </a:r>
                      <a:r>
                        <a:rPr lang="zh-CN" altLang="en-US" sz="1800" b="1" kern="100" dirty="0">
                          <a:solidFill>
                            <a:srgbClr val="002060"/>
                          </a:solidFill>
                          <a:effectLst/>
                        </a:rPr>
                        <a:t>样本</a:t>
                      </a:r>
                      <a:endParaRPr lang="zh-CN" sz="1800" b="1" kern="100" dirty="0">
                        <a:solidFill>
                          <a:srgbClr val="00206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rgbClr val="002060"/>
                          </a:solidFill>
                          <a:effectLst/>
                        </a:rPr>
                        <a:t>Af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</a:rPr>
                        <a:t>蠓虫</a:t>
                      </a:r>
                      <a:r>
                        <a:rPr lang="zh-CN" alt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样本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待判</a:t>
                      </a:r>
                      <a:r>
                        <a:rPr lang="zh-CN" alt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蠓虫样本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触角长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翅长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触角长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翅长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effectLst/>
                        </a:rPr>
                        <a:t>触角长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翅长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1.14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1.78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1.24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effectLst/>
                        </a:rPr>
                        <a:t>1.24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1.18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1.96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1.36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1.74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effectLst/>
                        </a:rPr>
                        <a:t>1.29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1.81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1.20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1.86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1.64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effectLst/>
                        </a:rPr>
                        <a:t>1.43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2.03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1.26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1.28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1.90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1.30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1.96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1.40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1.48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1.54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1.56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2.08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20278" y="3663022"/>
            <a:ext cx="923330" cy="2286258"/>
          </a:xfrm>
          <a:prstGeom prst="rect">
            <a:avLst/>
          </a:prstGeom>
          <a:solidFill>
            <a:srgbClr val="FFCCFF"/>
          </a:solidFill>
        </p:spPr>
        <p:txBody>
          <a:bodyPr vert="eaVert" wrap="square">
            <a:spAutoFit/>
          </a:bodyPr>
          <a:lstStyle/>
          <a:p>
            <a:r>
              <a:rPr lang="zh-CN" altLang="en-US" b="1" dirty="0"/>
              <a:t>已知蠓虫和待判蠓虫的样本数据</a:t>
            </a:r>
          </a:p>
        </p:txBody>
      </p:sp>
      <p:sp>
        <p:nvSpPr>
          <p:cNvPr id="8" name="矩形 7"/>
          <p:cNvSpPr/>
          <p:nvPr/>
        </p:nvSpPr>
        <p:spPr>
          <a:xfrm>
            <a:off x="1115616" y="1196752"/>
            <a:ext cx="78488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1</a:t>
            </a:r>
            <a:r>
              <a:rPr lang="zh-CN" altLang="en-US" sz="2800" b="1" dirty="0"/>
              <a:t>、已知</a:t>
            </a:r>
            <a:r>
              <a:rPr lang="en-US" altLang="zh-CN" sz="2800" b="1" dirty="0"/>
              <a:t>6</a:t>
            </a:r>
            <a:r>
              <a:rPr lang="zh-CN" altLang="zh-CN" sz="2800" b="1" dirty="0"/>
              <a:t>个</a:t>
            </a:r>
            <a:r>
              <a:rPr lang="en-US" altLang="zh-CN" sz="2800" b="1" dirty="0" err="1"/>
              <a:t>Apf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蠓虫与</a:t>
            </a:r>
            <a:r>
              <a:rPr lang="en-US" altLang="zh-CN" sz="2800" b="1" dirty="0"/>
              <a:t>9</a:t>
            </a:r>
            <a:r>
              <a:rPr lang="zh-CN" altLang="zh-CN" sz="2800" b="1" dirty="0"/>
              <a:t>个</a:t>
            </a:r>
            <a:r>
              <a:rPr lang="en-US" altLang="zh-CN" sz="2800" b="1" dirty="0" err="1"/>
              <a:t>Af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蠓虫的触角长和翅长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根据样本数据</a:t>
            </a:r>
            <a:r>
              <a:rPr lang="zh-CN" altLang="zh-CN" sz="2800" b="1" dirty="0">
                <a:solidFill>
                  <a:srgbClr val="FF0000"/>
                </a:solidFill>
              </a:rPr>
              <a:t>建立模型</a:t>
            </a:r>
            <a:r>
              <a:rPr lang="zh-CN" altLang="zh-CN" sz="2800" b="1" dirty="0"/>
              <a:t>，</a:t>
            </a:r>
            <a:r>
              <a:rPr lang="zh-CN" altLang="en-US" sz="2800" b="1" dirty="0"/>
              <a:t>正确</a:t>
            </a:r>
            <a:r>
              <a:rPr lang="zh-CN" altLang="zh-CN" sz="2800" b="1" dirty="0">
                <a:solidFill>
                  <a:srgbClr val="FF0000"/>
                </a:solidFill>
              </a:rPr>
              <a:t>区分</a:t>
            </a:r>
            <a:r>
              <a:rPr lang="zh-CN" altLang="en-US" sz="2800" b="1" dirty="0">
                <a:solidFill>
                  <a:srgbClr val="FF0000"/>
                </a:solidFill>
              </a:rPr>
              <a:t>这</a:t>
            </a:r>
            <a:r>
              <a:rPr lang="zh-CN" altLang="zh-CN" sz="2800" b="1" dirty="0">
                <a:solidFill>
                  <a:srgbClr val="FF0000"/>
                </a:solidFill>
              </a:rPr>
              <a:t>两类蠓虫</a:t>
            </a:r>
            <a:r>
              <a:rPr lang="zh-CN" altLang="zh-CN" sz="2800" b="1" dirty="0"/>
              <a:t>； </a:t>
            </a:r>
            <a:endParaRPr lang="zh-CN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1115616" y="2132856"/>
            <a:ext cx="7848872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用模型</a:t>
            </a:r>
            <a:r>
              <a:rPr lang="zh-CN" altLang="zh-CN" sz="2800" b="1" dirty="0">
                <a:solidFill>
                  <a:srgbClr val="FF0000"/>
                </a:solidFill>
              </a:rPr>
              <a:t>识别</a:t>
            </a:r>
            <a:r>
              <a:rPr lang="zh-CN" altLang="zh-CN" sz="2800" b="1" dirty="0"/>
              <a:t>已知触角长和翅长的</a:t>
            </a:r>
            <a:r>
              <a:rPr lang="en-US" altLang="zh-CN" sz="2800" b="1" dirty="0"/>
              <a:t>3</a:t>
            </a:r>
            <a:r>
              <a:rPr lang="zh-CN" altLang="zh-CN" sz="2800" b="1" dirty="0"/>
              <a:t>个</a:t>
            </a:r>
            <a:r>
              <a:rPr lang="zh-CN" altLang="zh-CN" sz="2800" b="1" dirty="0">
                <a:solidFill>
                  <a:srgbClr val="FF0000"/>
                </a:solidFill>
              </a:rPr>
              <a:t>待判蠓虫</a:t>
            </a:r>
            <a:r>
              <a:rPr lang="zh-CN" altLang="zh-CN" sz="2800" b="1" dirty="0"/>
              <a:t>；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04800" y="1484784"/>
            <a:ext cx="609600" cy="1066800"/>
          </a:xfrm>
          <a:prstGeom prst="rect">
            <a:avLst/>
          </a:prstGeom>
          <a:solidFill>
            <a:srgbClr val="FFCC99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问题</a:t>
            </a:r>
          </a:p>
        </p:txBody>
      </p:sp>
      <p:sp>
        <p:nvSpPr>
          <p:cNvPr id="12" name="矩形 11"/>
          <p:cNvSpPr/>
          <p:nvPr/>
        </p:nvSpPr>
        <p:spPr>
          <a:xfrm>
            <a:off x="1115616" y="2636912"/>
            <a:ext cx="78488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如果</a:t>
            </a:r>
            <a:r>
              <a:rPr lang="en-US" altLang="zh-CN" sz="2800" b="1" dirty="0" err="1">
                <a:solidFill>
                  <a:srgbClr val="FF0000"/>
                </a:solidFill>
              </a:rPr>
              <a:t>Apf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蠓虫是某种疾病的载体</a:t>
            </a:r>
            <a:r>
              <a:rPr lang="zh-CN" altLang="zh-CN" sz="2800" b="1" dirty="0">
                <a:solidFill>
                  <a:srgbClr val="FF0000"/>
                </a:solidFill>
              </a:rPr>
              <a:t>毒蠓</a:t>
            </a:r>
            <a:r>
              <a:rPr lang="zh-CN" altLang="zh-CN" sz="2800" b="1" dirty="0"/>
              <a:t>，</a:t>
            </a:r>
            <a:r>
              <a:rPr lang="en-US" altLang="zh-CN" sz="2800" b="1" dirty="0" err="1">
                <a:solidFill>
                  <a:srgbClr val="FF0000"/>
                </a:solidFill>
              </a:rPr>
              <a:t>Af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b="1" dirty="0"/>
              <a:t>蠓虫是传粉</a:t>
            </a:r>
            <a:r>
              <a:rPr lang="zh-CN" altLang="zh-CN" sz="2800" b="1" dirty="0">
                <a:solidFill>
                  <a:srgbClr val="FF0000"/>
                </a:solidFill>
              </a:rPr>
              <a:t>益蠓</a:t>
            </a:r>
            <a:r>
              <a:rPr lang="zh-CN" altLang="zh-CN" sz="2800" b="1" dirty="0"/>
              <a:t>，</a:t>
            </a:r>
            <a:r>
              <a:rPr lang="zh-CN" altLang="zh-CN" sz="2800" b="1" dirty="0">
                <a:solidFill>
                  <a:srgbClr val="FF0000"/>
                </a:solidFill>
              </a:rPr>
              <a:t>修改分类</a:t>
            </a:r>
            <a:r>
              <a:rPr lang="zh-CN" altLang="en-US" sz="2800" b="1" dirty="0">
                <a:solidFill>
                  <a:srgbClr val="FF0000"/>
                </a:solidFill>
              </a:rPr>
              <a:t>判别</a:t>
            </a:r>
            <a:r>
              <a:rPr lang="zh-CN" altLang="zh-CN" sz="2800" b="1" dirty="0">
                <a:solidFill>
                  <a:srgbClr val="FF0000"/>
                </a:solidFill>
              </a:rPr>
              <a:t>方法</a:t>
            </a:r>
            <a:r>
              <a:rPr lang="zh-CN" altLang="en-US" sz="2800" b="1" dirty="0"/>
              <a:t>再进行识别。</a:t>
            </a:r>
            <a:endParaRPr lang="zh-CN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91378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 autoUpdateAnimBg="0"/>
      <p:bldP spid="12" grpId="0"/>
    </p:bldLst>
  </p:timing>
</p:sld>
</file>

<file path=ppt/theme/theme1.xml><?xml version="1.0" encoding="utf-8"?>
<a:theme xmlns:a="http://schemas.openxmlformats.org/drawingml/2006/main" name="shuxuemoxing">
  <a:themeElements>
    <a:clrScheme name="shuxuemoxing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3333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F:\数学模型电子教案\shuxuemoxing.pot</Template>
  <TotalTime>28082</TotalTime>
  <Words>170</Words>
  <Application>Microsoft Office PowerPoint</Application>
  <PresentationFormat>全屏显示(4:3)</PresentationFormat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楷体_GB2312</vt:lpstr>
      <vt:lpstr>隶书</vt:lpstr>
      <vt:lpstr>宋体</vt:lpstr>
      <vt:lpstr>Calibri</vt:lpstr>
      <vt:lpstr>Times New Roman</vt:lpstr>
      <vt:lpstr>shuxuemoxing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jp</dc:creator>
  <cp:lastModifiedBy>ad</cp:lastModifiedBy>
  <cp:revision>510</cp:revision>
  <dcterms:created xsi:type="dcterms:W3CDTF">2003-02-18T15:01:19Z</dcterms:created>
  <dcterms:modified xsi:type="dcterms:W3CDTF">2025-05-27T06:14:15Z</dcterms:modified>
</cp:coreProperties>
</file>